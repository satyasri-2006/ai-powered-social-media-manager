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A16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331C5E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2412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Generative AI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content creation, image understanding, and document intelligence for modern social media workflows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3840480" cy="0"/>
          </a:xfrm>
          <a:prstGeom prst="line">
            <a:avLst/>
          </a:prstGeom>
          <a:noFill/>
          <a:ln w="19050">
            <a:solidFill>
              <a:srgbClr val="8E5C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Indhu   </a:t>
            </a:r>
            <a:pPr indent="0" marL="0">
              <a:buNone/>
            </a:pPr>
            <a:r>
              <a:rPr lang="en-US" sz="1300" dirty="0">
                <a:solidFill>
                  <a:srgbClr val="B8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23KQ1A54F4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2212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Nikhitha   </a:t>
            </a:r>
            <a:pPr indent="0" marL="0">
              <a:buNone/>
            </a:pPr>
            <a:r>
              <a:rPr lang="en-US" sz="1300" dirty="0">
                <a:solidFill>
                  <a:srgbClr val="B8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23KQ1A54E9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504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Ramya   </a:t>
            </a:r>
            <a:pPr indent="0" marL="0">
              <a:buNone/>
            </a:pPr>
            <a:r>
              <a:rPr lang="en-US" sz="1300" dirty="0">
                <a:solidFill>
                  <a:srgbClr val="B8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24KQ5A5415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8795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Satya Sri   </a:t>
            </a:r>
            <a:pPr indent="0" marL="0">
              <a:buNone/>
            </a:pPr>
            <a:r>
              <a:rPr lang="en-US" sz="1300" dirty="0">
                <a:solidFill>
                  <a:srgbClr val="B8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23KQ1A54E2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4892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Institute of Technology &amp; Science
</a:t>
            </a:r>
            <a:pPr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8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— Artificial Intelligence &amp; Data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Explanation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scope, and core capabilities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6344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workflows and their limitations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964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AI-driven automated approach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07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components connect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4747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&amp; Technologies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407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Generative AI tool used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34747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549640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&amp; Features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4407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Post, image, and PDF intelligence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5C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77240" y="5742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Conclusion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6053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and future scope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EXPLANATION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AI Social Media Manager?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assistant that uses Generative AI to plan, write, refine, and enrich social media content — turning a single topic, image, or document into ready-to-publish posts across multiple platforms.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535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platform-ready posts (LinkedIn, Instagram, Twitter/X) from just a topic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4787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reject, or rewrite posts using human-in-the-loop feedback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422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images into captions and posts; turn documents (PDFs) into content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3659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agent routes requests to the right tool — post, hashtags, caption, or translation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4206240" cy="3063240"/>
          </a:xfrm>
          <a:prstGeom prst="roundRect">
            <a:avLst>
              <a:gd name="adj" fmla="val 1791"/>
            </a:avLst>
          </a:prstGeom>
          <a:solidFill>
            <a:srgbClr val="1A10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2286000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6960" y="2148840"/>
            <a:ext cx="256032" cy="256032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0" y="2651760"/>
            <a:ext cx="256032" cy="256032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246120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3566160"/>
            <a:ext cx="256032" cy="256032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3977640"/>
            <a:ext cx="256032" cy="256032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4206240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64240" y="4160520"/>
            <a:ext cx="256032" cy="256032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9016" y="2414016"/>
            <a:ext cx="1965960" cy="-13716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94976" y="2276856"/>
            <a:ext cx="1188720" cy="50292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2779776"/>
            <a:ext cx="-2377440" cy="59436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3374136"/>
            <a:ext cx="1737360" cy="32004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3616" y="3694176"/>
            <a:ext cx="-2651760" cy="41148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91856" y="4105656"/>
            <a:ext cx="1645920" cy="22860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7776" y="4334256"/>
            <a:ext cx="1554480" cy="-4572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7432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Generative AI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Engine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52360" y="49377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A1035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5349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 •  Groq (Llama 3.3)  •  LangGraph  •  RAG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EXPLANATION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content-writing effort from hours to seconds per post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031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Consistency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professional tone and structured format across every post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Formats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4290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text, image, and document inputs within a single workflow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1031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Human Oversight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34290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human-in-the-loop approval step before publishing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Social Media Content Is Managed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Traditionally, social media managers write, format, and schedule every post by hand — a process that is slow, inconsistent, and hard to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6243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writing for every post, hashtag set, and caption — no reuse of AI assistance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5146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6243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tone and quality across team members and platforms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85876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process to convert images or documents (e.g., resumes, reports) into posts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385876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research for trending hashtags and platform-specific formatting rules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50932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or no built-in approval / rewrite workflow before publishing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9834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12700">
            <a:solidFill>
              <a:srgbClr val="F0D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50932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scale content production as posting frequency increases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AI-Driven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Generative-AI-powered agent that creates, refines, and adapts social media content automatically — from a topic, an image, or a document — with a human approval step built 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AI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8803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(Groq Llama 3.3) generates title, post, hashtags, and CTA in one structured JSON output using Pydantic schemas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246888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2560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Awareness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28803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adapts tone, length, and hashtag count for LinkedIn, Instagram, and Twitter/X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Image-to-Post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1788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 image captioning converts any picture into a descriptive caption, then into a full post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376732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38587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(RAG)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41788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and embeds PDF content (e.g., resumes) to auto-generate relevant posts via semantic search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6577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51572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/ Rewrite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47725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control before any content is finalized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506577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EAF7F1"/>
          </a:solidFill>
          <a:ln w="12700">
            <a:solidFill>
              <a:srgbClr val="CFEE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0" y="51572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Routing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547725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LangGraph-based agent decides which tool (post, hashtag, caption, translate) to call based on the request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5B2A8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Topic, Image, or PDF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70632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8E5CC7"/>
          </a:solidFill>
          <a:ln/>
        </p:spPr>
      </p:sp>
      <p:sp>
        <p:nvSpPr>
          <p:cNvPr id="9" name="Text 7"/>
          <p:cNvSpPr/>
          <p:nvPr/>
        </p:nvSpPr>
        <p:spPr>
          <a:xfrm>
            <a:off x="2907792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Router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07792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which tool to invoke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92624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5B2A8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9784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Core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9784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via LangChain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58584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14616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8E5CC7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51776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JSON: title, post,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hashtags, CTA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80576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36608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1035"/>
          </a:solidFill>
          <a:ln/>
        </p:spPr>
      </p:sp>
      <p:sp>
        <p:nvSpPr>
          <p:cNvPr id="21" name="Text 19"/>
          <p:cNvSpPr/>
          <p:nvPr/>
        </p:nvSpPr>
        <p:spPr>
          <a:xfrm>
            <a:off x="9573768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73768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D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/ Rewrite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Input Pipelines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Pipeline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747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 captioning → prompt → LLM post generation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21808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13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Pipeline (RAG)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74720" y="54132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chunks → embeddings → FAISS/Qdrant → semantic retrieval → LLM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071616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1630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74720" y="61630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creates visuals from text prompts to accompany posts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Generative AI &amp; AI Tools in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6596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(Llama 3.3-70B)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45059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LLM — powers all text generation, rewriting, and Q&amp;A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96596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56432" y="245059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to structure prompts and connect to the LLM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96596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245059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stateful AI agent that routes user requests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2832" y="196596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42832" y="245059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structured JSON output (title, post, hashtags, CTA)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747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 (Salesforce)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95935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 for image captioning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33756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34747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v1.5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6432" y="395935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 generation for post visuals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33756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4747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Transformers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395935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embeddings for document text chunks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78240" y="333756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2A1650"/>
          </a:solidFill>
          <a:ln w="12700">
            <a:solidFill>
              <a:srgbClr val="3E24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2832" y="347472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&amp; Qdrant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42832" y="3959352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 for similarity search (RAG)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USED — TEXT GENERATION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LangChain + Groq Llama 3.3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provides the interface to communicate with the LLM; Groq serves the Llama 3.3-70B-Versatile model at very low latency for fast, near-instant post generation.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157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defines role ("expert Social Media Manager") and required output fields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65576"/>
            <a:ext cx="109728" cy="1097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set to 0.3 for consistent, professional tone with slight creative variation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87368"/>
            <a:ext cx="109728" cy="1097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593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with_structured_output() binds a Pydantic schema so the LLM always returns valid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09728" cy="1097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8114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LLM instance is reused across generate_post, rewrite_post, generate_hashtags, and translate_post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691640"/>
            <a:ext cx="4572000" cy="4297680"/>
          </a:xfrm>
          <a:prstGeom prst="roundRect">
            <a:avLst>
              <a:gd name="adj" fmla="val 1702"/>
            </a:avLst>
          </a:prstGeom>
          <a:solidFill>
            <a:srgbClr val="1A10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CONFIGURATION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240280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ChatGroq(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model="llama-3.3-70b-versatile",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temperature=0.3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SocialMediaPost(BaseModel):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str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hashtags: list[str]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cta: str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structured_llm =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llm.with_structured_output(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SocialMediaPost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USED — VISION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Captioning &amp; Image Generation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BLIP Image Captioning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Salesforce's BLIP (Bootstrapped Language-Image Pretraining) model reads an uploaded image and generates a natural-language description, which is then fed into the LLM to draft a matching social media post.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 →  AutoProcessor  →  BlipForConditionalGeneration  →  Caption  →  LLM Prompt  →  Structured Post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Salesforce/blip-image-captioning-base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Diffusion v1.5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text-to-image diffusion model that generates original visuals from a text prompt (e.g., "a futuristic AI office with robots working on computers") to accompany or inspire social posts.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4800600" cy="2331720"/>
          </a:xfrm>
          <a:prstGeom prst="roundRect">
            <a:avLst>
              <a:gd name="adj" fmla="val 2353"/>
            </a:avLst>
          </a:prstGeom>
          <a:solidFill>
            <a:srgbClr val="1A103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5661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8404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futuristic AI office with robots working on computers"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4663440"/>
            <a:ext cx="274320" cy="274320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52628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0" y="4846320"/>
            <a:ext cx="274320" cy="274320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448056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0" y="4709160"/>
            <a:ext cx="274320" cy="274320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52120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 output → generated_image.png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USED — DOCUMENT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Pipeline: PDF → Post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lets the system read a document (e.g., a resume) and generate content grounded strictly in its actual contents.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5B2A86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2130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E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 reads and extracts raw text from the uploaded PDF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06624" y="237744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8E5CC7"/>
          </a:solidFill>
          <a:ln/>
        </p:spPr>
      </p:sp>
      <p:sp>
        <p:nvSpPr>
          <p:cNvPr id="11" name="Shape 9"/>
          <p:cNvSpPr/>
          <p:nvPr/>
        </p:nvSpPr>
        <p:spPr>
          <a:xfrm>
            <a:off x="3479292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929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43784" y="32918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43784" y="370332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E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RecursiveCharacterTextSplitter breaks text into 500-character chunks (100 overlap)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64608" y="237744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5B2A86"/>
          </a:solidFill>
          <a:ln/>
        </p:spPr>
      </p:sp>
      <p:sp>
        <p:nvSpPr>
          <p:cNvPr id="16" name="Shape 14"/>
          <p:cNvSpPr/>
          <p:nvPr/>
        </p:nvSpPr>
        <p:spPr>
          <a:xfrm>
            <a:off x="5637276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37276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01768" y="32918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370332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E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Transformers (all-MiniLM-L6-v2) converts each chunk into a vector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22592" y="237744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8E5CC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95260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952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9752" y="32918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Search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9752" y="370332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E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/ Qdrant indexes vectors for fast similarity search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0576" y="237744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5B2A86"/>
          </a:solidFill>
          <a:ln/>
        </p:spPr>
      </p:sp>
      <p:sp>
        <p:nvSpPr>
          <p:cNvPr id="26" name="Shape 24"/>
          <p:cNvSpPr/>
          <p:nvPr/>
        </p:nvSpPr>
        <p:spPr>
          <a:xfrm>
            <a:off x="9953244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953244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17736" y="32918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17736" y="370332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E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matching chunks become context for the LLM to answer or draft a post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&amp;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Application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Social Media Post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31343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→ platform-specific post (LinkedIn / Instagram / Twitter) with title, hashtags &amp; CTA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98424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Existing Post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5160" y="231343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post + feedback → LLM produces an improved, restructured 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3872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Post from Image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38679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 image → BLIP caption → auto-generated post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53872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4747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Post from PDF (RAG)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38679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PDF → ask a question or request a post grounded in its 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9320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029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/ Rewrite Workflow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42239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step before any content is finalized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509320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5029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Router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95160" y="542239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interface interprets free-text requests and calls the right tool automatically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Generated Post —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E2D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492240" cy="502920"/>
          </a:xfrm>
          <a:prstGeom prst="roundRect">
            <a:avLst>
              <a:gd name="adj" fmla="val 18182"/>
            </a:avLst>
          </a:prstGeom>
          <a:solidFill>
            <a:srgbClr val="1A10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Post — Input: "AI in Healthcare"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Revolutionizing Healthcare with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of Artificial Intelligence in healthcare is transforming the industry. From predictive analytics to personalized medicine, AI is improving patient outcomes and streamlining clinical workflows...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69087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E5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#ArtificialIntelligence  #HealthcareInnovation  #MedicalTechnology  #HealthcareRevolution  #AIinHealthcare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2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5046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 and discuss the future of AI in healthcare!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173736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1A10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920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Was Generated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438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entered: "AI in Healthcare"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990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29900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selected: LinkedIn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43800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35570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built with platform-specific rules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41239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generates structured JSON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4690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46908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validates title, post, hashtags, CTA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5257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5257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displayed for Approve / Reject / Rewrite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of the AI Social Media Manager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&lt;5 sec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generate a full structured post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supported natively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types: topic, image, PDF, existing post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 w="12700">
            <a:solidFill>
              <a:srgbClr val="E2D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560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schema-validated 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58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brand voice across every post and platform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70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turnaround from idea to publish-ready content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97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81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of existing assets (images, PDFs) as content sources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93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dependency on manual copywriting for routine posts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783080"/>
            <a:ext cx="4892040" cy="4434840"/>
          </a:xfrm>
          <a:prstGeom prst="roundRect">
            <a:avLst>
              <a:gd name="adj" fmla="val 1237"/>
            </a:avLst>
          </a:prstGeom>
          <a:solidFill>
            <a:srgbClr val="1A103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Post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40880" y="283464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0" y="2651760"/>
            <a:ext cx="292608" cy="292608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07040" y="3017520"/>
            <a:ext cx="292608" cy="292608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384048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9875520" y="4023360"/>
            <a:ext cx="292608" cy="292608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4754880"/>
            <a:ext cx="292608" cy="292608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502920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81360" y="4572000"/>
            <a:ext cx="292608" cy="292608"/>
          </a:xfrm>
          <a:prstGeom prst="ellipse">
            <a:avLst/>
          </a:prstGeom>
          <a:solidFill>
            <a:srgbClr val="8E5CC7"/>
          </a:solidFill>
          <a:ln/>
        </p:spPr>
      </p:sp>
      <p:sp>
        <p:nvSpPr>
          <p:cNvPr id="35" name="Shape 33"/>
          <p:cNvSpPr/>
          <p:nvPr/>
        </p:nvSpPr>
        <p:spPr>
          <a:xfrm>
            <a:off x="7187184" y="2980944"/>
            <a:ext cx="1737360" cy="-18288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24544" y="2798064"/>
            <a:ext cx="1828800" cy="36576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53344" y="3163824"/>
            <a:ext cx="-2743200" cy="82296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10144" y="3986784"/>
            <a:ext cx="2011680" cy="18288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21824" y="4169664"/>
            <a:ext cx="-2651760" cy="73152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70064" y="4901184"/>
            <a:ext cx="2103120" cy="27432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73184" y="5175504"/>
            <a:ext cx="1554480" cy="-457200"/>
          </a:xfrm>
          <a:prstGeom prst="line">
            <a:avLst/>
          </a:prstGeom>
          <a:noFill/>
          <a:ln w="12700">
            <a:solidFill>
              <a:srgbClr val="4A2C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5577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pipeline — text, vision, and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models working as one system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A165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2412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8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Social Media Manager demonstrates how Generative AI — combining LLMs, vision models, and RAG — can automate end-to-end content creation while keeping a human in control.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72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scheduling &amp; publishing integration with platform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564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feedback loop to fine-tune tone and engagement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867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translation fully integrated into the agent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171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video captioning and short-form video scripts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2606040"/>
            <a:ext cx="0" cy="2834640"/>
          </a:xfrm>
          <a:prstGeom prst="line">
            <a:avLst/>
          </a:prstGeom>
          <a:noFill/>
          <a:ln w="12700">
            <a:solidFill>
              <a:srgbClr val="3E24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4380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Indhu — 23KQ1A54F4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43800" y="3429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Nikhitha — 23KQ1A54E9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43800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Ramya — 24KQ5A5415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4380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Satya Sri — 23KQ1A54E2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MEDIA MANAGER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2026-07-10T16:58:43Z</dcterms:created>
  <dcterms:modified xsi:type="dcterms:W3CDTF">2026-07-10T16:58:43Z</dcterms:modified>
</cp:coreProperties>
</file>